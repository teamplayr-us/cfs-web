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— swap the title, subtitle, presenter, and date. Keep the kicker line as-is; it is the series positioning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— update the number and title. Duplicate for each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STATEMENT SLIDE — one claim per slide. Keep it under two lines; exactly one pink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3 to 5 rows. Delete unused rows including their divider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 + VISUAL — replace the placeholder card with a photo, chart, or graphic. Keep the pink offset shadow behind whatever you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TWO-COLUMN — comparisons, before/after, audience splits.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 BAND — the four sample stats are real, current facts (Aug 2026). Swap in stats relevant to the audience; verify every number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— first three rows show the season-schedule style with real cities; rows 04–05 are placeholders. Add or delete rows with their divider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SLIDE — replace the placeholder with an action photo. Keep the pink offset shadow.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— testimonial from a coach, parent, athlete, or partner. Get permission before quoting anyone.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CARDS — team bios, offering pillars, package tiers. For bios, put a headshot above the name inside each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— swap the CTA line per audience (investors: the ask; partners: next step; education: where to learn more).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pic>
        <p:nvPicPr>
          <p:cNvPr id="6" name="Image 0" descr="/home/user/cfs-web/collateral/slide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234440" cy="1234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148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GIRLS FLAG FOOTBALL · NATIONAL RECRUITING SERIES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468880"/>
            <a:ext cx="11155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Presentation </a:t>
            </a:r>
            <a:pPr indent="0" marL="0">
              <a:buNone/>
            </a:pPr>
            <a:r>
              <a:rPr lang="en-US" sz="8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Title.</a:t>
            </a:r>
            <a:endParaRPr lang="en-US" sz="8000" dirty="0"/>
          </a:p>
        </p:txBody>
      </p:sp>
      <p:sp>
        <p:nvSpPr>
          <p:cNvPr id="9" name="Text 6"/>
          <p:cNvSpPr/>
          <p:nvPr/>
        </p:nvSpPr>
        <p:spPr>
          <a:xfrm>
            <a:off x="548640" y="4480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Subtitle or one-line description of this presentation goes here.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8640" y="5989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PRESENTER NAME  ·  MONTH 2026  ·  COLLEGEFLAGSHOWCASE.COM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6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46888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Section Title.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line on what this section covers.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BIG IDEA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828800"/>
            <a:ext cx="11155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A bold one-sentence claim, with the </a:t>
            </a:r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key phrase</a:t>
            </a:r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 in pink.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What We Will Cover.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211226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First agenda item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0" y="2148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supporting line about this item.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316382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Second agenda item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498080" y="3200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supporting line about this item.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251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42153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Third agenda item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498080" y="42519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supporting line about this item.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93776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303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52669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Fourth agenda item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0" y="5303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supporting line about this item.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98932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20" name="Text 18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· TOPIC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Content Slide Title.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Lead sentence makes the point of the slide in bold.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Supporting bullet expands on the point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Second supporting bullet with detail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Third supporting bullet with detail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23176" y="2093976"/>
            <a:ext cx="4572000" cy="393192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0" y="2011680"/>
            <a:ext cx="457200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0" y="201168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IMAGE, CHART,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 GRAPHIC HERE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COMPARISON · OPTIONS · SPLIT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Two-Column Slide Title.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30936" y="2093976"/>
            <a:ext cx="5257800" cy="393192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25780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COLUMN ONE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First point for this column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Second point for this column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Third point for this column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37376" y="2093976"/>
            <a:ext cx="5257800" cy="393192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2011680"/>
            <a:ext cx="525780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COLUMN TWO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75120" y="29260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First point for this column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Second point for this column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Third point for this column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COLLEGE FLAG · THE NUMBERS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The Path Is Real.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606040" cy="301752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51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LA28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777240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OLYMPIC SPORT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4069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Flag football debuts at the 2028 Games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01568" y="2286000"/>
            <a:ext cx="2606040" cy="301752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0168" y="2651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NCAA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3630168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EMERGING SPORT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4069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Added for women in 2026 — scholarships live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2286000"/>
            <a:ext cx="2606040" cy="301752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3096" y="2651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90+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6483096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PROGRAMS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83096" y="4069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Playing now, with more added every season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2286000"/>
            <a:ext cx="2606040" cy="301752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36024" y="2651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10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9336024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EVENTS, 2026–27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36024" y="4069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Coast to coast, one series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2026–27 SEASON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Timeline Slide Title.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57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Dallas, TX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0" y="2103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DEC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880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8346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Charlotte, NC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326880" y="2880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JAN 2027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657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611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Phoenix, AZ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FEB 2027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34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43891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Milestone or event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326880" y="4434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2120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51663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Milestone or event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326880" y="5212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76072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24" name="Text 22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" y="630936"/>
            <a:ext cx="11091672" cy="489204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11091672" cy="4892040"/>
          </a:xfrm>
          <a:prstGeom prst="rect">
            <a:avLst/>
          </a:prstGeom>
          <a:solidFill>
            <a:srgbClr val="242127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11091672" cy="4892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FULL-BLEED IMAGE HERE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5760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Caption or key takeaway for the image goes on this line.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“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1554480" y="1920240"/>
            <a:ext cx="9326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The quote goes here — keep it to two or three lines so it stays big and readable.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55448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·  ROLE OR PROGRAM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TEAM · OFFER · PILLARS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Three-Card Slide Title.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30936" y="2093976"/>
            <a:ext cx="3566160" cy="393192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56616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Card Title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or three sentences about this card. Keep each card roughly the same length so the row feels even.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5696" y="2093976"/>
            <a:ext cx="3566160" cy="393192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2011680"/>
            <a:ext cx="356616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2743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Card Title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17720" y="333756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or three sentences about this card. Keep each card roughly the same length so the row feels even.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0456" y="2093976"/>
            <a:ext cx="3566160" cy="393192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38160" y="2011680"/>
            <a:ext cx="356616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12480" y="2743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Card Title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12480" y="333756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or three sentences about this card. Keep each card roughly the same length so the row feels even.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pic>
        <p:nvPicPr>
          <p:cNvPr id="6" name="Image 0" descr="/home/user/cfs-web/collateral/slide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1516" y="777240"/>
            <a:ext cx="1645920" cy="1645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74320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Ball Out. Get Seen. </a:t>
            </a:r>
            <a:pPr algn="ctr" indent="0" marL="0">
              <a:buNone/>
            </a:pPr>
            <a:r>
              <a:rPr lang="en-US" sz="5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Get Recruited.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1554480" y="4023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Closing line or call to action for this audience goes here.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54480" y="5486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INFO@COLLEGEFLAGSHOWCASE.COM  ·  COLLEGEFLAGSHOWCASE.COM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2026-08-25T07:00:07Z</dcterms:created>
  <dcterms:modified xsi:type="dcterms:W3CDTF">2026-08-25T07:00:07Z</dcterms:modified>
</cp:coreProperties>
</file>