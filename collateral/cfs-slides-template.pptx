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swap title, subtitle, presenter, date. The kicker is the series positioning line; keep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update number and title; duplicate per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 — one claim per slide, exactly one pink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3 to 5 rows; delete unused rows and their divider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+ VISUAL — replace the placeholder card with a photo, chart, or graphic; keep the pink offset shadow.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— swap in an action photo; keep the pink offset shadow.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— coach/parent/athlete/partner testimonial. Get permission before quoting.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 DIVIDER — keep only the pack(s) this presentation needs; delete unused packs including this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 / OPPORTUNITY — one dominant number, three supporting chips. The samples are real facts (Aug 2026); verify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 / TRACTION — three metric tiles + a chart. Registrations, committed colleges, teams, cities: whatever is real and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 / ASK — the raise, what it funds, allocation bars. Set each bar's width to the real proportion.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 DIVIDER — keep only the pack(s) this presentation needs; delete unused packs including this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PARTNERSHIP / TIERS — pull real tier names and pricing from the sponsorship one-pager; never invent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PARTNERSHIP / REACH — four audience stats over a placement visual. Only stats you can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PARTNERSHIP / ACTIVATION — pink check squares (brand motif) + full-pink CTA band, the one allowed pink wash.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 DIVIDER — keep only the pack(s) this presentation needs; delete unused packs including this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 / HOW IT WORKS — the two panels carry current approved copy; keep in sync with the site and one-pagers.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 / PROCESS — up to four steps with arrows. For three steps, delete the last card and re-center.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 / Q&amp;A — point the room at the FAQ page; log repeated questions as design defects (Experience Standard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swap the CTA per audience: investors get the ask, partners the next step, education where to learn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pic>
        <p:nvPicPr>
          <p:cNvPr id="6" name="Image 0" descr="/home/user/cfs-web/collateral/slid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234440" cy="1234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48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GIRLS FLAG FOOTBALL · NATIONAL RECRUITING SERIES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468880"/>
            <a:ext cx="11155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Presentation </a:t>
            </a:r>
            <a:pPr indent="0" marL="0">
              <a:buNone/>
            </a:pPr>
            <a:r>
              <a:rPr lang="en-US" sz="80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Title.</a:t>
            </a:r>
            <a:endParaRPr lang="en-US" sz="8000" dirty="0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48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Subtitle or one-line description of this presentation goes here.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PRESENTER NAME  ·  MONTH 2026  ·  COLLEGEFLAGSHOWCASE.COM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6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Section Title.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48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line on what this section covers.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55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A bold one-sentence claim, with the </a:t>
            </a:r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key phrase</a:t>
            </a:r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 in pink.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What We Will Cover.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211226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First agenda item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supporting line about this item.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91672" cy="13716"/>
          </a:xfrm>
          <a:prstGeom prst="rect">
            <a:avLst/>
          </a:prstGeom>
          <a:solidFill>
            <a:srgbClr val="E6E2E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16382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Second agenda item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9808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supporting line about this item.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91672" cy="13716"/>
          </a:xfrm>
          <a:prstGeom prst="rect">
            <a:avLst/>
          </a:prstGeom>
          <a:solidFill>
            <a:srgbClr val="E6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2153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Third agenda item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9808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supporting line about this item.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11091672" cy="13716"/>
          </a:xfrm>
          <a:prstGeom prst="rect">
            <a:avLst/>
          </a:prstGeom>
          <a:solidFill>
            <a:srgbClr val="E6E2E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303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526694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Fourth agenda item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98080" y="5303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supporting line about this item.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91672" cy="13716"/>
          </a:xfrm>
          <a:prstGeom prst="rect">
            <a:avLst/>
          </a:prstGeom>
          <a:solidFill>
            <a:srgbClr val="E6E2E5"/>
          </a:solidFill>
          <a:ln/>
        </p:spPr>
      </p:sp>
      <p:sp>
        <p:nvSpPr>
          <p:cNvPr id="20" name="Text 18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· TOPIC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Content Slide Title.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Lead sentence makes the point of the slide in bold.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Supporting bullet expands on the point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 supporting bullet with detail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Third supporting bullet with detail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23176" y="2093976"/>
            <a:ext cx="4572000" cy="3931920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0" y="2011680"/>
            <a:ext cx="4572000" cy="393192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01168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 IMAGE, CHART,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 GRAPHIC HERE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" y="630936"/>
            <a:ext cx="11091672" cy="4892040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11091672" cy="4892040"/>
          </a:xfrm>
          <a:prstGeom prst="rect">
            <a:avLst/>
          </a:prstGeom>
          <a:solidFill>
            <a:srgbClr val="242127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11091672" cy="489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FULL-BLEED IMAGE HERE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F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Caption or key takeaway for the image goes on this line.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1554480" y="1920240"/>
            <a:ext cx="9326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The quote goes here — keep it to two or three lines so it stays big and readable.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5544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 ·  ROLE OR PROGRAM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 · FOR INVESTORS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Investor Pages.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48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Navy, data-forward layouts: opportunity, traction, and the ask. Numbers carry these slides — verify every figure before presenting.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Market Slide Title.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90+</a:t>
            </a:r>
            <a:endParaRPr lang="en-US" sz="15000" dirty="0"/>
          </a:p>
        </p:txBody>
      </p:sp>
      <p:sp>
        <p:nvSpPr>
          <p:cNvPr id="9" name="Text 7"/>
          <p:cNvSpPr/>
          <p:nvPr/>
        </p:nvSpPr>
        <p:spPr>
          <a:xfrm>
            <a:off x="59436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7F5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HEADLINE STAT LABEL — e.g. college programs playing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2148840"/>
            <a:ext cx="5029200" cy="1005840"/>
          </a:xfrm>
          <a:prstGeom prst="rect">
            <a:avLst/>
          </a:prstGeom>
          <a:solidFill>
            <a:srgbClr val="0A0A0B"/>
          </a:solidFill>
          <a:ln w="19050">
            <a:solidFill>
              <a:srgbClr val="2421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31343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DC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LA28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50392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F5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OLYMPIC DEBUT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383280"/>
            <a:ext cx="5029200" cy="1005840"/>
          </a:xfrm>
          <a:prstGeom prst="rect">
            <a:avLst/>
          </a:prstGeom>
          <a:solidFill>
            <a:srgbClr val="0A0A0B"/>
          </a:solidFill>
          <a:ln w="19050">
            <a:solidFill>
              <a:srgbClr val="2421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5478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DC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NCAA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03920" y="3703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F5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EMERGING SPORT,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4617720"/>
            <a:ext cx="5029200" cy="1005840"/>
          </a:xfrm>
          <a:prstGeom prst="rect">
            <a:avLst/>
          </a:prstGeom>
          <a:solidFill>
            <a:srgbClr val="0A0A0B"/>
          </a:solidFill>
          <a:ln w="19050">
            <a:solidFill>
              <a:srgbClr val="2421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478231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DC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2027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503920" y="4937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F5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 POWER FOUR VARSITY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Traction Slide Title.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4023360" cy="1097280"/>
          </a:xfrm>
          <a:prstGeom prst="rect">
            <a:avLst/>
          </a:prstGeom>
          <a:solidFill>
            <a:srgbClr val="0A0A0B"/>
          </a:solidFill>
          <a:ln w="19050">
            <a:solidFill>
              <a:srgbClr val="2421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VALUE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F5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 LABEL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4023360" cy="1097280"/>
          </a:xfrm>
          <a:prstGeom prst="rect">
            <a:avLst/>
          </a:prstGeom>
          <a:solidFill>
            <a:srgbClr val="0A0A0B"/>
          </a:solidFill>
          <a:ln w="19050">
            <a:solidFill>
              <a:srgbClr val="2421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VALUE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65176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F5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 LABEL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023360" cy="1097280"/>
          </a:xfrm>
          <a:prstGeom prst="rect">
            <a:avLst/>
          </a:prstGeom>
          <a:solidFill>
            <a:srgbClr val="0A0A0B"/>
          </a:solidFill>
          <a:ln w="19050">
            <a:solidFill>
              <a:srgbClr val="2421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892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VALUE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651760" y="5120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F5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 LABEL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94376" y="2185416"/>
            <a:ext cx="6400800" cy="3977640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2103120"/>
            <a:ext cx="6400800" cy="3977640"/>
          </a:xfrm>
          <a:prstGeom prst="rect">
            <a:avLst/>
          </a:prstGeom>
          <a:solidFill>
            <a:srgbClr val="242127"/>
          </a:solidFill>
          <a:ln w="31750">
            <a:solidFill>
              <a:srgbClr val="2421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103120"/>
            <a:ext cx="640080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GROWTH CHART HERE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$X.XM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F5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 RAISE IS FOR — ONE 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F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Use of funds 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169664"/>
            <a:ext cx="7315200" cy="274320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0" y="4169664"/>
            <a:ext cx="5486400" cy="274320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F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Use of funds two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4901184"/>
            <a:ext cx="7315200" cy="274320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4901184"/>
            <a:ext cx="3657600" cy="274320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577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F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Use of funds three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5632704"/>
            <a:ext cx="7315200" cy="274320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0" y="5632704"/>
            <a:ext cx="2194560" cy="274320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 · FOR BRAND PARTNERS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Partnership Pages.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48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Pink-forward layouts: tiers, audience reach, and activation. Built to show a brand exactly what they get on the field.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PARTNERSHIP PACKAGES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Tiers Slide Title.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30936" y="2093976"/>
            <a:ext cx="3566160" cy="411480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566160" cy="411480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3566160" cy="594360"/>
          </a:xfrm>
          <a:prstGeom prst="rect">
            <a:avLst/>
          </a:prstGeom>
          <a:solidFill>
            <a:srgbClr val="0A0A0B"/>
          </a:solidFill>
          <a:ln w="25400">
            <a:solidFill>
              <a:srgbClr val="0A0A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21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TIER NAME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$X,XXX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this tier includes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 inclusion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Third inclusion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25696" y="2093976"/>
            <a:ext cx="3566160" cy="4114800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011680"/>
            <a:ext cx="3566160" cy="411480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011680"/>
            <a:ext cx="3566160" cy="594360"/>
          </a:xfrm>
          <a:prstGeom prst="rect">
            <a:avLst/>
          </a:prstGeom>
          <a:solidFill>
            <a:srgbClr val="FF2D8E"/>
          </a:solidFill>
          <a:ln w="25400">
            <a:solidFill>
              <a:srgbClr val="FF2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121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FEATURED TIER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$X,XXX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this tier includes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 inclusion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Third inclusion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0456" y="2093976"/>
            <a:ext cx="3566160" cy="411480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2011680"/>
            <a:ext cx="3566160" cy="411480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011680"/>
            <a:ext cx="3566160" cy="594360"/>
          </a:xfrm>
          <a:prstGeom prst="rect">
            <a:avLst/>
          </a:prstGeom>
          <a:solidFill>
            <a:srgbClr val="0A0A0B"/>
          </a:solidFill>
          <a:ln w="25400">
            <a:solidFill>
              <a:srgbClr val="0A0A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121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TIER NAME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$X,XXX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3474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this tier includes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 inclusion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Third inclusion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AUDIENCE &amp; REACH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Reach Slide Title.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30936" y="2093976"/>
            <a:ext cx="2606040" cy="173736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606040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STAT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AUDIENCE METRIC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093976"/>
            <a:ext cx="2606040" cy="173736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9" name="Shape 7"/>
          <p:cNvSpPr/>
          <p:nvPr/>
        </p:nvSpPr>
        <p:spPr>
          <a:xfrm>
            <a:off x="3401568" y="2011680"/>
            <a:ext cx="2606040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2402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STAT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3016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AUDIENCE METRIC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36792" y="2093976"/>
            <a:ext cx="2606040" cy="173736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54496" y="2011680"/>
            <a:ext cx="2606040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22402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STAT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83096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AUDIENCE METRIC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2093976"/>
            <a:ext cx="2606040" cy="173736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17" name="Shape 15"/>
          <p:cNvSpPr/>
          <p:nvPr/>
        </p:nvSpPr>
        <p:spPr>
          <a:xfrm>
            <a:off x="9107424" y="2011680"/>
            <a:ext cx="2606040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6024" y="22402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STAT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336024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AUDIENCE METRIC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" y="4242816"/>
            <a:ext cx="11091672" cy="1828800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60520"/>
            <a:ext cx="11091672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052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PLACEMENT MOCKUP OR EVENT PHOTO STRIP HERE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ON-SITE ACTIVATION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Activation Slide Title.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7472" cy="347472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305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1122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 activation placement or benefit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2148840"/>
            <a:ext cx="347472" cy="347472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1305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21122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Second activation placement or benefit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47472" cy="347472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906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072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Third activation placement or benefit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3108960"/>
            <a:ext cx="347472" cy="347472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906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3072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Fourth activation placement or benefit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47472" cy="347472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507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0325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Fifth activation placement or benefit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FF2D8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212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PUT YOUR BRAND ON THE FIELD.   </a:t>
            </a:r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INFO@COLLEGEFLAGSHOWCASE.COM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 · FOR EDUCATION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Education Pages.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48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Chalk, explanatory layouts: how the weekend works, step-by-step processes, and Q&amp;A. Built for parents, teams, and newcomers to the sport.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AN EVENT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One Weekend, Two Ways to Get Seen.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30936" y="2093976"/>
            <a:ext cx="5257800" cy="393192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257800" cy="393192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2311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Showcase Combine &amp; Camp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INDIVIDUAL · OPEN REGISTRATION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Each athlete's chance to stand out individually — position-specific skill work and 1v1s in front of college coaches, plus combine testing measured by trained staff and on the record.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37376" y="2093976"/>
            <a:ext cx="5257800" cy="393192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011680"/>
            <a:ext cx="5257800" cy="393192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0920" y="22311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Showcase Tournament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· INVITED TEAMS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329184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5v5 competition against a curated field of travel programs. College coaches evaluate live from the sideline, and every game is filmed for college evaluation.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Process Slide Title.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30936" y="2368296"/>
            <a:ext cx="2468880" cy="310896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2468880" cy="3108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560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Step title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3794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or two sentences describing this step.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35808" y="3566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2D8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83864" y="2368296"/>
            <a:ext cx="2468880" cy="310896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11" name="Shape 9"/>
          <p:cNvSpPr/>
          <p:nvPr/>
        </p:nvSpPr>
        <p:spPr>
          <a:xfrm>
            <a:off x="3401568" y="2286000"/>
            <a:ext cx="2468880" cy="3108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560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5760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Step title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57600" y="3794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or two sentences describing this step.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88736" y="3566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2D8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36792" y="2368296"/>
            <a:ext cx="2468880" cy="310896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4496" y="2286000"/>
            <a:ext cx="2468880" cy="3108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560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510528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Step title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10528" y="3794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or two sentences describing this step.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41664" y="3566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2D8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89720" y="2368296"/>
            <a:ext cx="2468880" cy="310896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07424" y="2286000"/>
            <a:ext cx="2468880" cy="3108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A0A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63456" y="2560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04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363456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Step title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363456" y="37947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A5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or two sentences describing this step.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A0A0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Questions.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2D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INFO@COLLEGEFLAGSHOWCASE.COM  ·  COLLEGEFLAGSHOWCASE.COM/FAQ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5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00"/>
            <a:ext cx="12188952" cy="18288"/>
          </a:xfrm>
          <a:prstGeom prst="rect">
            <a:avLst/>
          </a:prstGeom>
          <a:solidFill>
            <a:srgbClr val="242127"/>
          </a:solidFill>
          <a:ln/>
        </p:spPr>
      </p:sp>
      <p:pic>
        <p:nvPicPr>
          <p:cNvPr id="6" name="Image 0" descr="/home/user/cfs-web/collateral/slide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1516" y="77724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74320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7F5F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Ball Out. Get Seen. </a:t>
            </a:r>
            <a:pPr algn="ctr" indent="0" marL="0">
              <a:buNone/>
            </a:pPr>
            <a:r>
              <a:rPr lang="en-US" sz="5400" b="1" dirty="0">
                <a:solidFill>
                  <a:srgbClr val="FF2D8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Get Recruited.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55448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48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Closing line or call to action for this audience goes here.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7F5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INFO@COLLEGEFLAGSHOWCASE.COM  ·  COLLEGEFLAGSHOWCASE.COM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 FLAG SHOWCASE SERIES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2026-08-30T01:03:46Z</dcterms:created>
  <dcterms:modified xsi:type="dcterms:W3CDTF">2026-08-30T01:03:46Z</dcterms:modified>
</cp:coreProperties>
</file>